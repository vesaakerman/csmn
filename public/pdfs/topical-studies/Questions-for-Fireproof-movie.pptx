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3042" y="9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39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0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3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26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2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52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25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87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34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B96E4-FBA7-44EC-8C6E-FB6BCA925A08}" type="datetimeFigureOut">
              <a:rPr lang="en-US" smtClean="0"/>
              <a:t>7/27/2018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A6FCC-AA57-4B20-BE7D-F57E4D6DE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8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228600"/>
            <a:ext cx="61722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Questions about the movie “Fireproof”</a:t>
            </a:r>
            <a:br>
              <a:rPr lang="en-US" dirty="0"/>
            </a:br>
            <a:endParaRPr lang="en-US" dirty="0"/>
          </a:p>
          <a:p>
            <a:pPr marL="457200" lvl="0" indent="-457200">
              <a:buAutoNum type="arabicPeriod"/>
            </a:pPr>
            <a:r>
              <a:rPr lang="en-US" sz="2000" dirty="0"/>
              <a:t>What are some of the issues Caleb and Catherine have in their marriage? </a:t>
            </a:r>
            <a:br>
              <a:rPr lang="en-US" sz="2000" dirty="0"/>
            </a:br>
            <a:r>
              <a:rPr lang="zh-CN" altLang="en-US" dirty="0"/>
              <a:t>凯勒和凯瑟琳在婚姻中面对了哪些问题呢？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42900" y="2462450"/>
            <a:ext cx="6096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AutoNum type="arabicPeriod" startAt="2"/>
            </a:pPr>
            <a:r>
              <a:rPr lang="en-US" sz="2000" dirty="0"/>
              <a:t>From this movie do you see what a man needs?</a:t>
            </a:r>
          </a:p>
          <a:p>
            <a:pPr lvl="0"/>
            <a:r>
              <a:rPr lang="en-US" sz="2000" dirty="0"/>
              <a:t>        </a:t>
            </a:r>
            <a:r>
              <a:rPr lang="zh-CN" altLang="en-US" sz="2000" dirty="0"/>
              <a:t>看了这部电影，你觉得男性最需要什么？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04800" y="3427987"/>
            <a:ext cx="6172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/>
              <a:t>3.     From this movie do you recognize what a woman  </a:t>
            </a:r>
          </a:p>
          <a:p>
            <a:pPr lvl="0"/>
            <a:r>
              <a:rPr lang="en-US" sz="2000" dirty="0"/>
              <a:t>        needs?</a:t>
            </a:r>
            <a:br>
              <a:rPr lang="en-US" sz="2000" dirty="0"/>
            </a:br>
            <a:r>
              <a:rPr lang="en-US" sz="2000" dirty="0"/>
              <a:t>        </a:t>
            </a:r>
            <a:r>
              <a:rPr lang="zh-CN" altLang="en-US" sz="2000" dirty="0"/>
              <a:t>在这部电影中你观察到女性最需要什么？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304800" y="4748450"/>
            <a:ext cx="6400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AutoNum type="arabicPeriod" startAt="4"/>
            </a:pPr>
            <a:r>
              <a:rPr lang="en-US" sz="2000" dirty="0"/>
              <a:t>Caleb sees at a certain moment what love is.</a:t>
            </a:r>
          </a:p>
          <a:p>
            <a:pPr lvl="0"/>
            <a:r>
              <a:rPr lang="en-US" sz="2000" dirty="0"/>
              <a:t>        Can you describe which love is needed in a marriage?</a:t>
            </a:r>
            <a:br>
              <a:rPr lang="en-US" sz="2000" dirty="0"/>
            </a:br>
            <a:r>
              <a:rPr lang="en-US" sz="2000" dirty="0"/>
              <a:t>        </a:t>
            </a:r>
            <a:r>
              <a:rPr lang="zh-CN" altLang="en-US" sz="2000" dirty="0"/>
              <a:t>凯勒在某一瞬间看到了爱的真谛，</a:t>
            </a:r>
            <a:br>
              <a:rPr lang="nl-NL" altLang="zh-CN" sz="2000" dirty="0"/>
            </a:br>
            <a:r>
              <a:rPr lang="nl-NL" altLang="zh-CN" sz="2000" dirty="0"/>
              <a:t>        </a:t>
            </a:r>
            <a:r>
              <a:rPr lang="zh-CN" altLang="en-US" sz="2000" dirty="0"/>
              <a:t>你认为婚姻中最需要的爱是哪一种？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304800" y="6501050"/>
            <a:ext cx="6096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/>
              <a:t>5.     Why is there hope for this couple?</a:t>
            </a:r>
            <a:br>
              <a:rPr lang="en-US" sz="2000" dirty="0"/>
            </a:br>
            <a:r>
              <a:rPr lang="en-US" sz="2000" dirty="0"/>
              <a:t>        </a:t>
            </a:r>
            <a:r>
              <a:rPr lang="zh-CN" altLang="en-US" sz="2000" dirty="0"/>
              <a:t>为什么这对夫妻间有盼望？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278027" y="7491650"/>
            <a:ext cx="6096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AutoNum type="arabicPeriod" startAt="6"/>
            </a:pPr>
            <a:r>
              <a:rPr lang="en-US" sz="2000" dirty="0"/>
              <a:t>We all get burnt in our marriages/relationships. </a:t>
            </a:r>
            <a:br>
              <a:rPr lang="en-US" sz="2000" dirty="0"/>
            </a:br>
            <a:r>
              <a:rPr lang="en-US" sz="2000" dirty="0"/>
              <a:t>Do you want a “fireproof” marriage/relationship?</a:t>
            </a:r>
          </a:p>
          <a:p>
            <a:pPr lvl="0"/>
            <a:r>
              <a:rPr lang="nl-NL" sz="2000" dirty="0"/>
              <a:t>        </a:t>
            </a:r>
            <a:r>
              <a:rPr lang="zh-CN" altLang="en-US" sz="2000" dirty="0"/>
              <a:t>我们都会有被婚姻所灼烧的时候，</a:t>
            </a:r>
            <a:endParaRPr lang="nl-NL" altLang="zh-CN" sz="2000" dirty="0"/>
          </a:p>
          <a:p>
            <a:pPr lvl="0"/>
            <a:r>
              <a:rPr lang="nl-NL" altLang="zh-CN" sz="2000" dirty="0"/>
              <a:t>        </a:t>
            </a:r>
            <a:r>
              <a:rPr lang="zh-CN" altLang="en-US" sz="2000" dirty="0"/>
              <a:t>你想要你婚姻的消防员吗？ 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3855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1800" y="457200"/>
            <a:ext cx="6172200" cy="821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Questions about the movie “Fireproof” (students)</a:t>
            </a:r>
          </a:p>
          <a:p>
            <a:r>
              <a:rPr lang="en-US" sz="2400" dirty="0"/>
              <a:t> 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Who is the hero or who are the heroes in this movie?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What is the desire of the hero/heroes?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What key questions does this movie raise?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What are some of the issues Caleb and Catherine have?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From this movie do you see what a man needs?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From this movie do you recognize what a woman needs?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Caleb sees at a certain moment what love is. Can you describe which love is needed in a marriage?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Why is there hope for this couple?</a:t>
            </a:r>
            <a:br>
              <a:rPr lang="en-US" sz="2400" dirty="0"/>
            </a:br>
            <a:r>
              <a:rPr lang="en-US" sz="2400" dirty="0"/>
              <a:t>In the movie Caleb and Michael have a discussion about what a marriage means. What do you think about this discussion?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We all get burnt in our marriages. Do you want a “fireproof” marriage?</a:t>
            </a:r>
          </a:p>
        </p:txBody>
      </p:sp>
    </p:spTree>
    <p:extLst>
      <p:ext uri="{BB962C8B-B14F-4D97-AF65-F5344CB8AC3E}">
        <p14:creationId xmlns:p14="http://schemas.microsoft.com/office/powerpoint/2010/main" val="54987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103</Words>
  <Application>Microsoft Office PowerPoint</Application>
  <PresentationFormat>On-screen Show (4:3)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宋体</vt:lpstr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 van Ouwerkerk</dc:creator>
  <cp:lastModifiedBy>EdMargreet van Ouwerkerk</cp:lastModifiedBy>
  <cp:revision>4</cp:revision>
  <cp:lastPrinted>2018-07-27T11:28:51Z</cp:lastPrinted>
  <dcterms:created xsi:type="dcterms:W3CDTF">2012-11-17T18:02:31Z</dcterms:created>
  <dcterms:modified xsi:type="dcterms:W3CDTF">2018-07-27T11:33:58Z</dcterms:modified>
</cp:coreProperties>
</file>